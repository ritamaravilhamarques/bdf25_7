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24"/>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C4FE72-1EFA-4344-8E73-2A7D32CDD275}" type="datetimeFigureOut">
              <a:rPr lang="en-GB" smtClean="0"/>
              <a:t>23/10/2025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27973D-5DD1-416B-9E2A-6D8B734F22CB}" type="slidenum">
              <a:rPr lang="en-GB" smtClean="0"/>
              <a:t>‹#›</a:t>
            </a:fld>
            <a:endParaRPr lang="en-GB"/>
          </a:p>
        </p:txBody>
      </p:sp>
    </p:spTree>
    <p:extLst>
      <p:ext uri="{BB962C8B-B14F-4D97-AF65-F5344CB8AC3E}">
        <p14:creationId xmlns:p14="http://schemas.microsoft.com/office/powerpoint/2010/main" val="1837668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dataset (ml-32m) describes 5-star rating and free-text tagging activity from [</a:t>
            </a:r>
            <a:r>
              <a:rPr lang="en-GB" dirty="0" err="1"/>
              <a:t>MovieLens</a:t>
            </a:r>
            <a:r>
              <a:rPr lang="en-GB" dirty="0"/>
              <a:t>](http://movielens.org), a movie recommendation service</a:t>
            </a:r>
            <a:r>
              <a:rPr lang="en-GB"/>
              <a:t>. </a:t>
            </a:r>
          </a:p>
          <a:p>
            <a:r>
              <a:rPr lang="en-GB"/>
              <a:t>It </a:t>
            </a:r>
            <a:r>
              <a:rPr lang="en-GB" dirty="0"/>
              <a:t>contains 32000204 ratings and 2000072 tag applications across 87585 movies. These data were created by 200948 users between January 09, 1995 and October 12, 2023. This dataset was generated on October 13, 2023.</a:t>
            </a:r>
          </a:p>
        </p:txBody>
      </p:sp>
      <p:sp>
        <p:nvSpPr>
          <p:cNvPr id="4" name="Slide Number Placeholder 3"/>
          <p:cNvSpPr>
            <a:spLocks noGrp="1"/>
          </p:cNvSpPr>
          <p:nvPr>
            <p:ph type="sldNum" sz="quarter" idx="5"/>
          </p:nvPr>
        </p:nvSpPr>
        <p:spPr/>
        <p:txBody>
          <a:bodyPr/>
          <a:lstStyle/>
          <a:p>
            <a:fld id="{4A27973D-5DD1-416B-9E2A-6D8B734F22CB}" type="slidenum">
              <a:rPr lang="en-GB" smtClean="0"/>
              <a:t>3</a:t>
            </a:fld>
            <a:endParaRPr lang="en-GB"/>
          </a:p>
        </p:txBody>
      </p:sp>
    </p:spTree>
    <p:extLst>
      <p:ext uri="{BB962C8B-B14F-4D97-AF65-F5344CB8AC3E}">
        <p14:creationId xmlns:p14="http://schemas.microsoft.com/office/powerpoint/2010/main" val="31753879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E8043682-4D6D-4D63-840A-92821B77B98F}" type="datetimeFigureOut">
              <a:rPr lang="en-GB" smtClean="0"/>
              <a:t>23/10/2025</a:t>
            </a:fld>
            <a:endParaRPr lang="en-GB"/>
          </a:p>
        </p:txBody>
      </p:sp>
      <p:sp>
        <p:nvSpPr>
          <p:cNvPr id="5" name="Footer Placeholder 4"/>
          <p:cNvSpPr>
            <a:spLocks noGrp="1"/>
          </p:cNvSpPr>
          <p:nvPr>
            <p:ph type="ftr" sz="quarter" idx="11"/>
          </p:nvPr>
        </p:nvSpPr>
        <p:spPr>
          <a:xfrm>
            <a:off x="2692397" y="5037663"/>
            <a:ext cx="5214635" cy="279400"/>
          </a:xfrm>
        </p:spPr>
        <p:txBody>
          <a:bodyPr/>
          <a:lstStyle/>
          <a:p>
            <a:endParaRPr lang="en-GB"/>
          </a:p>
        </p:txBody>
      </p:sp>
      <p:sp>
        <p:nvSpPr>
          <p:cNvPr id="6" name="Slide Number Placeholder 5"/>
          <p:cNvSpPr>
            <a:spLocks noGrp="1"/>
          </p:cNvSpPr>
          <p:nvPr>
            <p:ph type="sldNum" sz="quarter" idx="12"/>
          </p:nvPr>
        </p:nvSpPr>
        <p:spPr>
          <a:xfrm>
            <a:off x="8956900" y="5037663"/>
            <a:ext cx="551167" cy="279400"/>
          </a:xfrm>
        </p:spPr>
        <p:txBody>
          <a:bodyPr/>
          <a:lstStyle/>
          <a:p>
            <a:fld id="{9FB21782-66AC-4F9E-83EE-2AB931FF5140}" type="slidenum">
              <a:rPr lang="en-GB" smtClean="0"/>
              <a:t>‹#›</a:t>
            </a:fld>
            <a:endParaRPr lang="en-GB"/>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1911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43682-4D6D-4D63-840A-92821B77B98F}" type="datetimeFigureOut">
              <a:rPr lang="en-GB" smtClean="0"/>
              <a:t>23/10/2025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FB21782-66AC-4F9E-83EE-2AB931FF5140}" type="slidenum">
              <a:rPr lang="en-GB" smtClean="0"/>
              <a:t>‹#›</a:t>
            </a:fld>
            <a:endParaRPr lang="en-GB"/>
          </a:p>
        </p:txBody>
      </p:sp>
    </p:spTree>
    <p:extLst>
      <p:ext uri="{BB962C8B-B14F-4D97-AF65-F5344CB8AC3E}">
        <p14:creationId xmlns:p14="http://schemas.microsoft.com/office/powerpoint/2010/main" val="636450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43682-4D6D-4D63-840A-92821B77B98F}" type="datetimeFigureOut">
              <a:rPr lang="en-GB" smtClean="0"/>
              <a:t>23/10/2025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FB21782-66AC-4F9E-83EE-2AB931FF5140}" type="slidenum">
              <a:rPr lang="en-GB" smtClean="0"/>
              <a:t>‹#›</a:t>
            </a:fld>
            <a:endParaRPr lang="en-GB"/>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2666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043682-4D6D-4D63-840A-92821B77B98F}" type="datetimeFigureOut">
              <a:rPr lang="en-GB" smtClean="0"/>
              <a:t>23/10/2025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FB21782-66AC-4F9E-83EE-2AB931FF5140}" type="slidenum">
              <a:rPr lang="en-GB" smtClean="0"/>
              <a:t>‹#›</a:t>
            </a:fld>
            <a:endParaRPr lang="en-GB"/>
          </a:p>
        </p:txBody>
      </p:sp>
    </p:spTree>
    <p:extLst>
      <p:ext uri="{BB962C8B-B14F-4D97-AF65-F5344CB8AC3E}">
        <p14:creationId xmlns:p14="http://schemas.microsoft.com/office/powerpoint/2010/main" val="3335307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043682-4D6D-4D63-840A-92821B77B98F}" type="datetimeFigureOut">
              <a:rPr lang="en-GB" smtClean="0"/>
              <a:t>23/10/2025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FB21782-66AC-4F9E-83EE-2AB931FF5140}" type="slidenum">
              <a:rPr lang="en-GB" smtClean="0"/>
              <a:t>‹#›</a:t>
            </a:fld>
            <a:endParaRPr lang="en-GB"/>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4374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043682-4D6D-4D63-840A-92821B77B98F}" type="datetimeFigureOut">
              <a:rPr lang="en-GB" smtClean="0"/>
              <a:t>23/10/2025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FB21782-66AC-4F9E-83EE-2AB931FF5140}" type="slidenum">
              <a:rPr lang="en-GB" smtClean="0"/>
              <a:t>‹#›</a:t>
            </a:fld>
            <a:endParaRPr lang="en-GB"/>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8984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043682-4D6D-4D63-840A-92821B77B98F}" type="datetimeFigureOut">
              <a:rPr lang="en-GB" smtClean="0"/>
              <a:t>23/10/2025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FB21782-66AC-4F9E-83EE-2AB931FF5140}" type="slidenum">
              <a:rPr lang="en-GB" smtClean="0"/>
              <a:t>‹#›</a:t>
            </a:fld>
            <a:endParaRPr lang="en-GB"/>
          </a:p>
        </p:txBody>
      </p:sp>
    </p:spTree>
    <p:extLst>
      <p:ext uri="{BB962C8B-B14F-4D97-AF65-F5344CB8AC3E}">
        <p14:creationId xmlns:p14="http://schemas.microsoft.com/office/powerpoint/2010/main" val="4176468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043682-4D6D-4D63-840A-92821B77B98F}" type="datetimeFigureOut">
              <a:rPr lang="en-GB" smtClean="0"/>
              <a:t>23/10/2025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FB21782-66AC-4F9E-83EE-2AB931FF5140}" type="slidenum">
              <a:rPr lang="en-GB" smtClean="0"/>
              <a:t>‹#›</a:t>
            </a:fld>
            <a:endParaRPr lang="en-GB"/>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4358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043682-4D6D-4D63-840A-92821B77B98F}" type="datetimeFigureOut">
              <a:rPr lang="en-GB" smtClean="0"/>
              <a:t>23/10/2025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FB21782-66AC-4F9E-83EE-2AB931FF5140}" type="slidenum">
              <a:rPr lang="en-GB" smtClean="0"/>
              <a:t>‹#›</a:t>
            </a:fld>
            <a:endParaRPr lang="en-GB"/>
          </a:p>
        </p:txBody>
      </p:sp>
    </p:spTree>
    <p:extLst>
      <p:ext uri="{BB962C8B-B14F-4D97-AF65-F5344CB8AC3E}">
        <p14:creationId xmlns:p14="http://schemas.microsoft.com/office/powerpoint/2010/main" val="4217794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043682-4D6D-4D63-840A-92821B77B98F}" type="datetimeFigureOut">
              <a:rPr lang="en-GB" smtClean="0"/>
              <a:t>23/10/2025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FB21782-66AC-4F9E-83EE-2AB931FF5140}" type="slidenum">
              <a:rPr lang="en-GB" smtClean="0"/>
              <a:t>‹#›</a:t>
            </a:fld>
            <a:endParaRPr lang="en-GB"/>
          </a:p>
        </p:txBody>
      </p:sp>
    </p:spTree>
    <p:extLst>
      <p:ext uri="{BB962C8B-B14F-4D97-AF65-F5344CB8AC3E}">
        <p14:creationId xmlns:p14="http://schemas.microsoft.com/office/powerpoint/2010/main" val="3715602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43682-4D6D-4D63-840A-92821B77B98F}" type="datetimeFigureOut">
              <a:rPr lang="en-GB" smtClean="0"/>
              <a:t>23/10/2025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FB21782-66AC-4F9E-83EE-2AB931FF5140}" type="slidenum">
              <a:rPr lang="en-GB" smtClean="0"/>
              <a:t>‹#›</a:t>
            </a:fld>
            <a:endParaRPr lang="en-GB"/>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88657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43682-4D6D-4D63-840A-92821B77B98F}" type="datetimeFigureOut">
              <a:rPr lang="en-GB" smtClean="0"/>
              <a:t>23/10/2025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FB21782-66AC-4F9E-83EE-2AB931FF5140}" type="slidenum">
              <a:rPr lang="en-GB" smtClean="0"/>
              <a:t>‹#›</a:t>
            </a:fld>
            <a:endParaRPr lang="en-GB"/>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43284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43682-4D6D-4D63-840A-92821B77B98F}" type="datetimeFigureOut">
              <a:rPr lang="en-GB" smtClean="0"/>
              <a:t>23/10/2025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FB21782-66AC-4F9E-83EE-2AB931FF5140}" type="slidenum">
              <a:rPr lang="en-GB" smtClean="0"/>
              <a:t>‹#›</a:t>
            </a:fld>
            <a:endParaRPr lang="en-GB"/>
          </a:p>
        </p:txBody>
      </p:sp>
    </p:spTree>
    <p:extLst>
      <p:ext uri="{BB962C8B-B14F-4D97-AF65-F5344CB8AC3E}">
        <p14:creationId xmlns:p14="http://schemas.microsoft.com/office/powerpoint/2010/main" val="3508283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43682-4D6D-4D63-840A-92821B77B98F}" type="datetimeFigureOut">
              <a:rPr lang="en-GB" smtClean="0"/>
              <a:t>23/10/2025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FB21782-66AC-4F9E-83EE-2AB931FF5140}" type="slidenum">
              <a:rPr lang="en-GB" smtClean="0"/>
              <a:t>‹#›</a:t>
            </a:fld>
            <a:endParaRPr lang="en-GB"/>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04761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43682-4D6D-4D63-840A-92821B77B98F}" type="datetimeFigureOut">
              <a:rPr lang="en-GB" smtClean="0"/>
              <a:t>23/10/2025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FB21782-66AC-4F9E-83EE-2AB931FF5140}" type="slidenum">
              <a:rPr lang="en-GB" smtClean="0"/>
              <a:t>‹#›</a:t>
            </a:fld>
            <a:endParaRPr lang="en-GB"/>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27622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43682-4D6D-4D63-840A-92821B77B98F}" type="datetimeFigureOut">
              <a:rPr lang="en-GB" smtClean="0"/>
              <a:t>23/10/2025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FB21782-66AC-4F9E-83EE-2AB931FF5140}" type="slidenum">
              <a:rPr lang="en-GB" smtClean="0"/>
              <a:t>‹#›</a:t>
            </a:fld>
            <a:endParaRPr lang="en-GB"/>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0380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43682-4D6D-4D63-840A-92821B77B98F}" type="datetimeFigureOut">
              <a:rPr lang="en-GB" smtClean="0"/>
              <a:t>23/10/2025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FB21782-66AC-4F9E-83EE-2AB931FF5140}" type="slidenum">
              <a:rPr lang="en-GB" smtClean="0"/>
              <a:t>‹#›</a:t>
            </a:fld>
            <a:endParaRPr lang="en-GB"/>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9964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8043682-4D6D-4D63-840A-92821B77B98F}" type="datetimeFigureOut">
              <a:rPr lang="en-GB" smtClean="0"/>
              <a:t>23/10/2025</a:t>
            </a:fld>
            <a:endParaRPr lang="en-GB"/>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FB21782-66AC-4F9E-83EE-2AB931FF5140}" type="slidenum">
              <a:rPr lang="en-GB" smtClean="0"/>
              <a:t>‹#›</a:t>
            </a:fld>
            <a:endParaRPr lang="en-GB"/>
          </a:p>
        </p:txBody>
      </p:sp>
    </p:spTree>
    <p:extLst>
      <p:ext uri="{BB962C8B-B14F-4D97-AF65-F5344CB8AC3E}">
        <p14:creationId xmlns:p14="http://schemas.microsoft.com/office/powerpoint/2010/main" val="3547529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72044-D132-86BD-367F-E2CF96F6A2B4}"/>
              </a:ext>
            </a:extLst>
          </p:cNvPr>
          <p:cNvSpPr>
            <a:spLocks noGrp="1"/>
          </p:cNvSpPr>
          <p:nvPr>
            <p:ph type="ctrTitle"/>
          </p:nvPr>
        </p:nvSpPr>
        <p:spPr/>
        <p:txBody>
          <a:bodyPr/>
          <a:lstStyle/>
          <a:p>
            <a:r>
              <a:rPr lang="pt-PT" dirty="0"/>
              <a:t>Big Data Foundations</a:t>
            </a:r>
            <a:endParaRPr lang="en-GB" dirty="0"/>
          </a:p>
        </p:txBody>
      </p:sp>
      <p:sp>
        <p:nvSpPr>
          <p:cNvPr id="3" name="Subtitle 2">
            <a:extLst>
              <a:ext uri="{FF2B5EF4-FFF2-40B4-BE49-F238E27FC236}">
                <a16:creationId xmlns:a16="http://schemas.microsoft.com/office/drawing/2014/main" id="{BDE79F80-A78B-47F1-CE02-82145626E6BB}"/>
              </a:ext>
            </a:extLst>
          </p:cNvPr>
          <p:cNvSpPr>
            <a:spLocks noGrp="1"/>
          </p:cNvSpPr>
          <p:nvPr>
            <p:ph type="subTitle" idx="1"/>
          </p:nvPr>
        </p:nvSpPr>
        <p:spPr>
          <a:xfrm>
            <a:off x="2692398" y="3657597"/>
            <a:ext cx="6815669" cy="1713300"/>
          </a:xfrm>
        </p:spPr>
        <p:txBody>
          <a:bodyPr>
            <a:normAutofit/>
          </a:bodyPr>
          <a:lstStyle/>
          <a:p>
            <a:r>
              <a:rPr lang="pt-PT" dirty="0"/>
              <a:t>Rita Marques</a:t>
            </a:r>
          </a:p>
          <a:p>
            <a:r>
              <a:rPr lang="pt-PT" dirty="0"/>
              <a:t>Sara Henriques</a:t>
            </a:r>
          </a:p>
          <a:p>
            <a:r>
              <a:rPr lang="pt-PT" dirty="0"/>
              <a:t>Soraia Bornett</a:t>
            </a:r>
            <a:endParaRPr lang="en-GB" dirty="0"/>
          </a:p>
        </p:txBody>
      </p:sp>
    </p:spTree>
    <p:extLst>
      <p:ext uri="{BB962C8B-B14F-4D97-AF65-F5344CB8AC3E}">
        <p14:creationId xmlns:p14="http://schemas.microsoft.com/office/powerpoint/2010/main" val="3434050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3C8EC-5EA0-68B0-B719-63CEC40554B7}"/>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09852B9-B53E-BAA3-B0E0-FE806B888ADD}"/>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740311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DF380-D2FC-FEC7-AF62-3B8A48C51B9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6AD9505-5FDF-40A8-611B-52DF7205F738}"/>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420238847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TM02900743[[fn=Organic]]</Template>
  <TotalTime>1</TotalTime>
  <Words>77</Words>
  <Application>Microsoft Office PowerPoint</Application>
  <PresentationFormat>Widescreen</PresentationFormat>
  <Paragraphs>7</Paragraphs>
  <Slides>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Garamond</vt:lpstr>
      <vt:lpstr>Organic</vt:lpstr>
      <vt:lpstr>Big Data Foundations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Rita Maravilha Leitão Marques</dc:creator>
  <cp:lastModifiedBy>Rita Maravilha Leitão Marques</cp:lastModifiedBy>
  <cp:revision>1</cp:revision>
  <dcterms:created xsi:type="dcterms:W3CDTF">2025-10-23T17:28:09Z</dcterms:created>
  <dcterms:modified xsi:type="dcterms:W3CDTF">2025-10-23T17:29:57Z</dcterms:modified>
</cp:coreProperties>
</file>